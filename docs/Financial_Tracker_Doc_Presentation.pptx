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Михаил Гребенщиков. Я представляю проект «Финансовый трекер» — Android-приложение для учёта личных финансов, которое работает без интернета и хранит данные только на устройстве пользователя.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построен по структуре проектной документации: от постановки задачи и выбора решения к устройству приложения, руководству пользователя, проверке и планам.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Финансовая грамотность сегодня — необходимость. Но люди откладывают ведение бюджета по трём причинам: сложные сервисы, страх передавать данные в облако и зависимость от интернета. Мой проект решает все три проблемы.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создать приложение для контроля доходов и расходов, планирования бюджета и накоплений с полной конфиденциальностью. Для этого я решил пять задач, перечисленных на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подходит трём группам: новичкам в финансах, тем, кто копит на крупную цель, и тем, кто хочет детально анализировать свои траты.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подхода: локальное Android-приложение, веб-приложение и облачный сервис. Только локальное приложение работает без интернета, хранит данные у пользователя и не требует затрат на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выбрал нативное Android-приложение на Java. Оно быстрое, хранит всё локально, а интернет нужен только для обновления курсов валют. Данные сохраняются в JSON-файлах — это просто и удобно для резервного копирования.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написано на Java в Android Studio. Данные хранятся в JSON с помощью библиотеки Gson, графики строятся через MPAndroidChart, курсы валют берутся из API Центробанка. Для сканирования чеков используются Google ML Kit и Tesseract — оба работают без интернета.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разделено на три слоя: интерфейс из фрагментов, логику в классах-менеджерах и хранение в JSON-файлах. Из внешних источников используются только API Центробанка для курсов и камера телефона для сканирования чеков.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 состоит из активности и фрагментов для каждого раздела. Логика вынесена в отдельные классы-менеджеры: работа с файлами, аналитика, бюджеты, резервные копии, курсы валют, авторизация и разбор чеков.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тип данных хранится в своём JSON-файле: счета, операции, категории, цели, переводы и бюджеты. Это упрощает расширение приложения и резервное копирование.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все основные функции: счета, транзакции, переводы, финансовые цели, бюджеты, конвертер валют, аналитика, отчёты, резервные копии и новая функция — сканер чеков.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Навигация построена на боковом меню. Из него доступны все разделы приложения, а также управление данными: экспорт, импорт и очистка.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главном экране пользователь сразу видит общий баланс и распределение средств. Счетов можно создать сколько угодно, у каждого своя валюта и тип.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Доход или расход добавляется в одном окне. Финансовые цели помогают копить: приложение показывает прогресс и сколько осталось до цели.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Бюджеты помогают не превышать лимиты по категориям. Конвертер использует официальные курсы Центробанка, а в редакторе курсов их можно поправить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аналитики показывает сводку за период, статистику по категориям и инсайты — например, какую долю доходов пользователь откладывает. Отчёты можно сохранить в PDF или выгрузить в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Новая функция — сканер чеков. Пользователь фотографирует чек, приложение сначала ищет QR-код, в котором содержится точная сумма и дата. Затем Tesseract распознаёт русский текст и находит название магазина. Всё происходит на телефоне без интернета, после чего данные подставляются в новую транзакцию.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каждом российском кассовом чеке есть QR-код. Из него приложение берёт дату и точную сумму. Названия магазина в QR нет, поэтому его распознаёт Tesseract по тексту чека.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преимущество — безопасность. Нет серверов, данные хранятся в шести JSON-файлах на телефоне. Есть вход в приложение, а также экспорт, импорт и история резервных копий. Приложение поддерживает Android начиная с версии 5.0.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работает на Android 5.0 и новее. Нужны три разрешения: камера, доступ к фото и интернет для курсов валют. Установить можно готовый APK или собрать проект в Android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проверки я использую сценарии из таблицы: создание счёта, расходы, бюджеты, переводы, работа без интернета, сканирование чека и восстановление из резервной копии.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продолжает развиваться. Часть планов уже выполнена: сканер чеков, резервные копии и экспорт в CSV. Дальше — прогноз баланса, напоминания, голосовой ввод и умные функции.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разработке я использовал официальную документацию Android, API Центробанка, Google ML Kit, Tesseract, библиотеки MPAndroidChart и Gson.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итог: я создал приложение, которое закрывает все ключевые задачи финансового учёта и при этом полностью сохраняет конфиденциальность.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· ANDROID-ПРИЛОЖЕНИЕ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трекер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и безопасное управление личными финансами — все данные остаются на вашем телефоне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Работу выполнил: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Гребенщиков Михаил Антонович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«ИТ-КУБ», Лицей Академии Яндекс</a:t>
            </a:r>
            <a:endParaRPr lang="en-US" sz="1300" dirty="0"/>
          </a:p>
        </p:txBody>
      </p:sp>
      <p:pic>
        <p:nvPicPr>
          <p:cNvPr id="6" name="Image 0" descr="/tmp/deck/img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11480"/>
            <a:ext cx="206181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ДОКЛАДА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и актуальность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01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Цель, задачи, аудитория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68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решения и выбор реализации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архитектура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021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690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программы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234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2344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пользователя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801368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801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18013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чеков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2368296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368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23682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и установка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3502152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35021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502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работоспособности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4069080"/>
            <a:ext cx="457200" cy="420624"/>
          </a:xfrm>
          <a:prstGeom prst="roundRect">
            <a:avLst>
              <a:gd name="adj" fmla="val 1739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40690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40690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Планы, ресурсы, итоги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ВВЕДЕНИЕ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многие не ведут бюджет?</a:t>
            </a:r>
            <a:endParaRPr lang="en-US" sz="2800" dirty="0"/>
          </a:p>
        </p:txBody>
      </p:sp>
      <p:pic>
        <p:nvPicPr>
          <p:cNvPr id="4" name="Image 0" descr="/tmp/deck/img/de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3017520" cy="29084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сервисы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1664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Перегруженный интерфейс отпугивает новичков — учёт бросают через пару дней.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267712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" y="24505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94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 за данные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2651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готовы отдавать финансовую информацию в облако сторонней компании.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55264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570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интернет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3639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приложения не работают без сети, а траты случаются везде.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проект: простой, локальный и защищённый финансовый учёт.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мобильное приложение, которое помогает контролировать доходы и расходы, планировать бюджет и копить на цели — с полной конфиденциальностью данных.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353312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280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существующие решения и выбрать платформу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2020824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19476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хранение данных в JSON-файлах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2688336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26151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счета, транзакции, цели и бюджеты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26280" y="3355848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32826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аналитику, отчёты и конвертер валют ЦБ РФ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26280" y="4023360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3950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сканирование чеков камерой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ЦЕЛЕВАЯ АУДИТОРИЯ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это приложение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Новички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 и студенты, которые только учатся распоряжаться деньгами. Простой интерфейс без лишнего.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17547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Копящие на цель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кто откладывает на отпуск, машину или квартиру и хочет видеть прогресс.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002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94" y="17547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Аналитики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которые хотят разобрать свои привычки и оптимизировать бюджет.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интерфейс без обучения и широкий набор функций — от первых шагов до детальной аналитики.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СПОСОБЫ РЕШЕНИЯ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решения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Android-приложение (локально)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Веб-приложение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Облачный сервис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 без интернета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 только у пользователя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 сервер и хостинг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зависит от чужой политики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к камере для сканирования чеков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локальное нативное приложение даёт максимум приватности и автономности.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· НАТИВНОЕ ANDROID-ПРИЛОЖЕНИЕ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реализации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27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Android SDK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65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производительность и привычный пользователю интерфейс платформы.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971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27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Локальное хранение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965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данные на устройстве — нет риска утечки с чужих серверов.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434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— только курсы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703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ЦБ РФ; без сети используются последние сохранённые курсы.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9184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3434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JSON-файлы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703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структура, легко расширять и делать резервные копии.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инструменты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Android SDK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разработка в Android Studio, фрагменты и активности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2032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24912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5819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2491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Gson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хранение данных, простое резервное копирование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9744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5819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9744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MPAndroidChart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09744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Круговые и линейные диаграммы в аналитике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11696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94576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819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94576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ЦБ РФ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894576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курсы валют — единственная функция с интернетом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735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ML Kit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Офлайн-распознавание QR-кодов на чеках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542032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24912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27355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724912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OCR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724912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Офлайн-распознавание русского текста чека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26864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9744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7355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09744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CSV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4809744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отчётов и экспорт данных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711696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27355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94576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5.0+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894576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практически всех телефонов на Android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(Activities и Fragments)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· Счета · Транзакции · Цели · Бюджеты · Переводы · Аналитика · Конвертер · Сканер чеков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(менеджеры)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DataManager · BudgetManager · CategoryManager · AnalyticsEngine · BackupManager · CbrRateManager · AuthManager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93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(JSON-файлы на устройстве)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transactions · categories · goals · budgets · transfers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148840"/>
            <a:ext cx="274320" cy="228600"/>
          </a:xfrm>
          <a:prstGeom prst="down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291840"/>
            <a:ext cx="274320" cy="228600"/>
          </a:xfrm>
          <a:prstGeom prst="down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23444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13716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385" y="147858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1323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ЦБ РФ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валют (нужен интернет только здесь)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2834640"/>
            <a:ext cx="22402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2971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078785"/>
            <a:ext cx="197510" cy="19751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323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+ Tesseract — распознавание чека прямо на телефоне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7 · АРХИТЕКТУРА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классы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74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и разделы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HomeFragment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2677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609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AccountsFragment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609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0540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GoalsFragment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0540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447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BudgetsFragment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447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8404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DataFragment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840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 и фильтры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336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ReceiptScannerFragment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42336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чеков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41732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1417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18745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DataManager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1874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 запись JSON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22677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AnalyticsEngine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2677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26609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BudgetManager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26609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бюджетов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0540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BackupManager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0540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резервные копии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447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CbrRateManager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447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ЦБ РФ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38404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AuthManager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840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и регистрация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42336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ReceiptParser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2336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чека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хранения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1572402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accounts.json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Счета: название, тип, валюта, баланс, дата, флаг учёта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6304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362" y="157240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9352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transactions.json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Операции: тип, сумма, дата, описание, счёт, категория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6304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82" y="157240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48272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categories.json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доходов и расходов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274320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292608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303544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70432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goals.json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456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Цели: целевая и текущая сумма, срок, приоритет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46120" y="274320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292608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362" y="3035442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59352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transfers.json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456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Переводы: откуда, куда, сумма, комиссия, дата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274320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92608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282" y="3035442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48272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budgets.json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456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Бюджеты: категория, лимит, период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функции добавляются без изменения всей базы; резервная копия — это просто папка с файлами.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 приложения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Счета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наличные, электронные; любая валюта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21408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0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636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8600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286000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Доходы и расходы по категориям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85616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50208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636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0208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Переводы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950208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счетами с учётом комиссии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49824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14416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5636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14416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614416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срок, приоритет и прогресс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114032" y="128016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78624" y="144475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156362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78624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Бюджеты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278624" y="2267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Лимиты по категориям на неделю или месяц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25526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1792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Конвертер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RUB, USD, EUR, CNY, AED по курсам ЦБ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121408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286000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3255264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28600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2286000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месяцам и категориям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785616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950208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3255264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950208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3950208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PDF-отчёты и экспорт в CSV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449824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614416" y="31363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3288" y="3255264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614416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Сканер чеков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5614416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и магазин по фото чека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7114032" y="2971800"/>
            <a:ext cx="151790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278624" y="313639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496" y="3255264"/>
            <a:ext cx="219456" cy="219456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278624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Копии данных</a:t>
            </a:r>
            <a:endParaRPr lang="en-US" sz="1250" dirty="0"/>
          </a:p>
        </p:txBody>
      </p:sp>
      <p:sp>
        <p:nvSpPr>
          <p:cNvPr id="53" name="Text 41"/>
          <p:cNvSpPr txBox="1"/>
          <p:nvPr/>
        </p:nvSpPr>
        <p:spPr>
          <a:xfrm>
            <a:off x="7278624" y="3959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экспорт и импорт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 · РУКОВОДСТВО ПОЛЬЗОВАТЕЛЯ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Руководство: навигация</a:t>
            </a:r>
            <a:endParaRPr lang="en-US" sz="2800" dirty="0"/>
          </a:p>
        </p:txBody>
      </p:sp>
      <p:pic>
        <p:nvPicPr>
          <p:cNvPr id="4" name="Image 0" descr="/tmp/deck/img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754736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0" y="1371600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2608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280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кнопку с тремя полосками в левом верхнем углу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26080" y="2194560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Выберите раздел: Главная, Счета, Данные, Аналитика, Бюджеты, Цели, Переводы, Конвертер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26080" y="3017520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меню — экспорт, импорт и очистка данных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26080" y="3840480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записи добавляются кнопками «Добавить» внутри разделов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 · РУКОВОДСТВО ПОЛЬЗОВАТЕЛЯ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экран и счета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баланс, доходы и расходы, распределение по типам счетов, последние операции и быстрые кнопки.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Неограниченное число счетов: название, валюта, тип, начальный баланс и флаг «учитывать в общем балансе».</a:t>
            </a:r>
            <a:endParaRPr lang="en-US" sz="1500" dirty="0"/>
          </a:p>
        </p:txBody>
      </p:sp>
      <p:pic>
        <p:nvPicPr>
          <p:cNvPr id="5" name="Image 0" descr="/tmp/deck/img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143000"/>
            <a:ext cx="1710868" cy="3566160"/>
          </a:xfrm>
          <a:prstGeom prst="rect">
            <a:avLst/>
          </a:prstGeom>
        </p:spPr>
      </p:pic>
      <p:pic>
        <p:nvPicPr>
          <p:cNvPr id="6" name="Image 1" descr="/tmp/deck/img/add_ac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43000"/>
            <a:ext cx="1710868" cy="3566160"/>
          </a:xfrm>
          <a:prstGeom prst="rect">
            <a:avLst/>
          </a:prstGeom>
        </p:spPr>
      </p:pic>
      <p:pic>
        <p:nvPicPr>
          <p:cNvPr id="7" name="Image 2" descr="/tmp/deck/img/accou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43000"/>
            <a:ext cx="171086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 · РУКОВОДСТВО ПОЛЬЗОВАТЕЛЯ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 и финансовые цели</a:t>
            </a:r>
            <a:endParaRPr lang="en-US" sz="2800" dirty="0"/>
          </a:p>
        </p:txBody>
      </p:sp>
      <p:pic>
        <p:nvPicPr>
          <p:cNvPr id="4" name="Image 0" descr="/tmp/deck/img/add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1754736" cy="3657600"/>
          </a:xfrm>
          <a:prstGeom prst="rect">
            <a:avLst/>
          </a:prstGeom>
        </p:spPr>
      </p:pic>
      <p:pic>
        <p:nvPicPr>
          <p:cNvPr id="5" name="Image 1" descr="/tmp/deck/img/add_ex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7280"/>
            <a:ext cx="1754736" cy="3657600"/>
          </a:xfrm>
          <a:prstGeom prst="rect">
            <a:avLst/>
          </a:prstGeom>
        </p:spPr>
      </p:pic>
      <p:pic>
        <p:nvPicPr>
          <p:cNvPr id="6" name="Image 2" descr="/tmp/deck/img/go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97280"/>
            <a:ext cx="1754736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43600" y="128016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ввод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операции, счёт, категория, сумма, способ оплаты и дата — в одном окне.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мотивируют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сумма, срок и приоритет. Прогресс-бар показывает, сколько осталось накопить.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 · РУКОВОДСТВО ПОЛЬЗОВАТЕЛЯ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Бюджеты и конвертер валют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расходов на категорию за неделю или месяц. Приложение само учитывает траты и показывает превышения.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Конвертер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курсы ЦБ РФ, ручная правка курсов в редакторе и работа офлайн с последними сохранёнными данными.</a:t>
            </a:r>
            <a:endParaRPr lang="en-US" sz="1500" dirty="0"/>
          </a:p>
        </p:txBody>
      </p:sp>
      <p:pic>
        <p:nvPicPr>
          <p:cNvPr id="5" name="Image 0" descr="/tmp/deck/img/create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143000"/>
            <a:ext cx="1710868" cy="3566160"/>
          </a:xfrm>
          <a:prstGeom prst="rect">
            <a:avLst/>
          </a:prstGeom>
        </p:spPr>
      </p:pic>
      <p:pic>
        <p:nvPicPr>
          <p:cNvPr id="6" name="Image 1" descr="/tmp/deck/img/conve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43000"/>
            <a:ext cx="1710868" cy="3566160"/>
          </a:xfrm>
          <a:prstGeom prst="rect">
            <a:avLst/>
          </a:prstGeom>
        </p:spPr>
      </p:pic>
      <p:pic>
        <p:nvPicPr>
          <p:cNvPr id="7" name="Image 2" descr="/tmp/deck/img/ra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43000"/>
            <a:ext cx="171086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 · РУКОВОДСТВО ПОЛЬЗОВАТЕЛЯ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Аналитика, отчёты и фильтры</a:t>
            </a:r>
            <a:endParaRPr lang="en-US" sz="2800" dirty="0"/>
          </a:p>
        </p:txBody>
      </p:sp>
      <p:pic>
        <p:nvPicPr>
          <p:cNvPr id="4" name="Image 0" descr="/tmp/deck/img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1754736" cy="3657600"/>
          </a:xfrm>
          <a:prstGeom prst="rect">
            <a:avLst/>
          </a:prstGeom>
        </p:spPr>
      </p:pic>
      <p:pic>
        <p:nvPicPr>
          <p:cNvPr id="5" name="Image 1" descr="/tmp/deck/img/income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7280"/>
            <a:ext cx="1754736" cy="3657600"/>
          </a:xfrm>
          <a:prstGeom prst="rect">
            <a:avLst/>
          </a:prstGeom>
        </p:spPr>
      </p:pic>
      <p:pic>
        <p:nvPicPr>
          <p:cNvPr id="6" name="Image 2" descr="/tmp/deck/img/repor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97280"/>
            <a:ext cx="1754736" cy="36576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444752"/>
            <a:ext cx="219456" cy="21945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53796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доходов и расходов по месяцам и годам</a:t>
            </a:r>
            <a:endParaRPr lang="en-US" sz="1250" dirty="0"/>
          </a:p>
        </p:txBody>
      </p:sp>
      <p:sp>
        <p:nvSpPr>
          <p:cNvPr id="10" name="Shape 4"/>
          <p:cNvSpPr/>
          <p:nvPr/>
        </p:nvSpPr>
        <p:spPr>
          <a:xfrm>
            <a:off x="5943600" y="210312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221992"/>
            <a:ext cx="219456" cy="21945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5379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категориям на диаграммах</a:t>
            </a:r>
            <a:endParaRPr lang="en-US" sz="1250" dirty="0"/>
          </a:p>
        </p:txBody>
      </p:sp>
      <p:sp>
        <p:nvSpPr>
          <p:cNvPr id="13" name="Shape 6"/>
          <p:cNvSpPr/>
          <p:nvPr/>
        </p:nvSpPr>
        <p:spPr>
          <a:xfrm>
            <a:off x="5943600" y="288036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2999232"/>
            <a:ext cx="219456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53796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операций по типу, категории, дате и счёту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5943600" y="365760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3776472"/>
            <a:ext cx="219456" cy="21945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53796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Месячный, годовой отчёт и PDF, экспорт в CSV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11 · СКАНЕР ЧЕКОВ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Сканер чеков: от фото до транзакции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Фото чека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или галерея. Фото автоматически поворачивается правильно.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1343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46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QR-код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читает QR фискального чека: точная сумма и дата.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1655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18342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Текст чека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распознаёт русский текст: название магазина и «ИТОГ».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19672" y="2514600"/>
            <a:ext cx="219456" cy="27432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146304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49440" y="169164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086" y="18342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Транзакция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7432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магазин и комментарий подставляются автоматически.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полностью офлайн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фото чека никуда не отправляется, распознавание происходит на самом телефоне.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11 · СКАНЕР ЧЕКОВ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внутри QR-кода чека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</a:t>
            </a:r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20260929T1230</a:t>
            </a:r>
            <a:pPr indent="0" marL="0">
              <a:buNone/>
            </a:pPr>
            <a:r>
              <a:rPr lang="en-US" sz="2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&amp;s=</a:t>
            </a:r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1234.56</a:t>
            </a:r>
            <a:pPr indent="0" marL="0">
              <a:buNone/>
            </a:pPr>
            <a:r>
              <a:rPr lang="en-US" sz="2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&amp;fn=…&amp;i=…&amp;fp=…&amp;n=1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606040"/>
            <a:ext cx="274320" cy="2743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42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дата и время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Подставляется в комментарий транзакции.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606040"/>
            <a:ext cx="274320" cy="2743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2542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итоговая сумма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63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точный источник суммы: без ошибок распознавания.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606040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542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fn, i, fp — служебные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063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накопителя и документа. Названия магазина здесь нет — его находит Tesseract.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QR нет — сумма ищется в тексте по словам «ИТОГ», «К оплате», «Всего».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хранение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серверов — данные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покидают телефон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574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JSON-файлов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данными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576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Android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телефоны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3254532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60120" y="3118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в приложение защищают данные от посторонних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685032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3784884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0120" y="3648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тип данных — в своём JSON-файле: легко переносить и восстанавливать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4215384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4315236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012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Экспорт, импорт и история резервных копий прямо в приложении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257800" y="128016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54864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на устройстве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accounts.json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36092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transactions.json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736092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categories.json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7360920" y="2752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5486400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goals.json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7360920" y="3191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budgets.json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7360920" y="3630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48640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transfers.json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36092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Системные требования и установка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801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(API 21)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395728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395728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разрешения: камера, фото, интернет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11296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51129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511296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с интернетом — курсы валют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28016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46304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352" y="15819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434840" y="14813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APK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1965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Скопировать app-release.apk на телефон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Разрешить установку из этого источника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«Установить»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657600" y="2999232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0" y="318211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330098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3484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из исходников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886200" y="36850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проект в Android Studio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Project with Gradle Files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Build APK(s)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работоспособности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Ожидаемый результат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 счёт с начальным балансом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 в списке, общий баланс вырос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расход «Еда»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 уменьшился, операция в аналитике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Превысить лимит бюджета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 отмечен как превышенный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с комиссией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Оба счёта изменились с учётом комиссии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Курсы без интернета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Используются сохранённые курсы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чека с QR-кодом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 и дата подставлены автоматически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Экспорт и импорт данных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 полностью восстановлены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развития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Ближайшее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баланса и анализ привычек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валюты в каждой транзакции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платежах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Цветовые темы оформления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Среднесрочно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 операций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 и игрофикация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инвестиций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кредитов и вкладов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Автокатегоризация трат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 по экономии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Алисой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языков интерфейса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34256"/>
            <a:ext cx="246888" cy="2468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сделано из плана: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чеков камерой, резервное копирование, экспорт в CSV.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05" y="16144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081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Developers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55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developer.android.com/docs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48132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45" y="16144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4081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валют ЦБ РФ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1755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cbr.ru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271174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5054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ML Kit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2852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developers.google.com/ml-kit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257860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271174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25054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OCR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2852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github.com/tesseract-ocr/tesseract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367588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380902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3602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MPAndroidChart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325880" y="3950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github.com/PhilJay/MPAndroidChart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64608" y="3675888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5" y="3809025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32120" y="36027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532120" y="3950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github.com/google/gson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Android Studio, Java, Git и GitHub.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6245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44752"/>
            <a:ext cx="164592" cy="164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Создано нативное Android-приложение для учёта личных финансов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2938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11680"/>
            <a:ext cx="164592" cy="164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92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только на устройстве — полная конфиденциальность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4963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578608"/>
            <a:ext cx="164592" cy="1645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597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Счета, цели, бюджеты, аналитика, отчёты и конвертер ЦБ РФ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4553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0266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чеков работает офлайн и сам заполняет транзакцию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36301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7124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593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Android 5.0 и новее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000" dirty="0"/>
          </a:p>
        </p:txBody>
      </p:sp>
      <p:pic>
        <p:nvPicPr>
          <p:cNvPr id="19" name="Image 5" descr="/tmp/deck/img/men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411480"/>
            <a:ext cx="2061815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Финансовый трекер</dc:title>
  <dc:subject>PptxGenJS Presentation</dc:subject>
  <dc:creator>Гребенщиков Михаил Антонович</dc:creator>
  <cp:lastModifiedBy>Гребенщиков Михаил Антонович</cp:lastModifiedBy>
  <cp:revision>1</cp:revision>
  <dcterms:created xsi:type="dcterms:W3CDTF">2026-09-29T08:35:40Z</dcterms:created>
  <dcterms:modified xsi:type="dcterms:W3CDTF">2026-09-29T08:35:40Z</dcterms:modified>
</cp:coreProperties>
</file>