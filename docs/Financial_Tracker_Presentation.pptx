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Меня зовут Михаил Гребенщиков. Я представляю проект «Финансовый трекер» — Android-приложение для учёта личных финансов, которое работает без интернета и хранит данные только на устройстве пользователя.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Финансовая грамотность сегодня — необходимость. Но люди откладывают ведение бюджета по трём причинам: сложные сервисы, страх передавать данные в облако и зависимость от интернета. Мой проект решает все три проблемы.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проекта — создать приложение для контроля доходов и расходов, планирования бюджета и накоплений с полной конфиденциальностью. Для этого я решил пять задач, перечисленных на слайде.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Приложение подходит трём группам: новичкам в финансах, тем, кто копит на крупную цель, и тем, кто хочет детально анализировать свои траты.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 сравнил три подхода: локальное Android-приложение, веб-приложение и облачный сервис. Только локальное приложение работает без интернета, хранит данные у пользователя и не требует затрат на сервер.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Приложение написано на Java в Android Studio. Данные хранятся в JSON с помощью библиотеки Gson, графики строятся через MPAndroidChart, курсы валют берутся из API Центробанка. Для сканирования чеков используются Google ML Kit и Tesseract — оба работают без интернета.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Приложение разделено на три слоя: интерфейс из фрагментов, логику в классах-менеджерах и хранение в JSON-файлах. Из внешних источников используются только API Центробанка для курсов и камера телефона для сканирования чеков.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все основные функции: счета, транзакции, переводы, финансовые цели, бюджеты, конвертер валют, аналитика, отчёты, резервные копии и новая функция — сканер чеков.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главном экране пользователь сразу видит общий баланс и распределение средств. Счетов можно создать сколько угодно, у каждого своя валюта и тип.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Доход или расход добавляется в одном окне. Финансовые цели помогают копить: приложение показывает прогресс и сколько осталось до цели.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Бюджеты помогают не превышать лимиты по категориям. Конвертер использует официальные курсы Центробанка, а в редакторе курсов их можно поправить вручную.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аналитики показывает сводку за период, статистику по категориям и инсайты — например, какую долю доходов пользователь откладывает. Отчёты можно сохранить в PDF или выгрузить в 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Новая функция — сканер чеков. Пользователь фотографирует чек, приложение сначала ищет QR-код, в котором содержится точная сумма и дата. Затем Tesseract распознаёт русский текст и находит название магазина. Всё происходит на телефоне без интернета, после чего данные подставляются в новую транзакцию.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 преимущество — безопасность. Нет серверов, данные хранятся в шести JSON-файлах на телефоне. Есть вход в приложение, а также экспорт, импорт и история резервных копий. Приложение поддерживает Android начиная с версии 5.0.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Проект продолжает развиваться. Часть планов уже выполнена: сканер чеков, резервные копии и экспорт в CSV. Дальше — прогноз баланса, напоминания, голосовой ввод и умные функции.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Подводя итог: я создал приложение, которое закрывает все ключевые задачи финансового учёта и при этом полностью сохраняет конфиденциальность. Спасибо за внимание, готов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· ANDROID-ПРИЛОЖЕНИЕ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Финансовый трекер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Простое и безопасное управление личными финансами — все данные остаются на вашем телефоне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Работу выполнил: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Гребенщиков Михаил Антонович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«ИТ-КУБ», Лицей Академии Яндекс</a:t>
            </a:r>
            <a:endParaRPr lang="en-US" sz="1300" dirty="0"/>
          </a:p>
        </p:txBody>
      </p:sp>
      <p:pic>
        <p:nvPicPr>
          <p:cNvPr id="6" name="Image 0" descr="/tmp/deck/img/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411480"/>
            <a:ext cx="2061815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многие не ведут бюджет?</a:t>
            </a:r>
            <a:endParaRPr lang="en-US" sz="2800" dirty="0"/>
          </a:p>
        </p:txBody>
      </p:sp>
      <p:pic>
        <p:nvPicPr>
          <p:cNvPr id="4" name="Image 0" descr="/tmp/deck/img/des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234440"/>
            <a:ext cx="3017520" cy="290848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80160"/>
            <a:ext cx="4937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58368" y="146304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8191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13716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Сложные сервисы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280160" y="16642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Перегруженный интерфейс отпугивает новичков — учёт бросают через пару дней.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2267712"/>
            <a:ext cx="4937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8368" y="2450592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69464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23591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Страх за данные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280160" y="26517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все готовы отдавать финансовую информацию в облако сторонней компании.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255264"/>
            <a:ext cx="4937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58368" y="3438144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57016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33467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Нужен интернет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280160" y="36393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Многие приложения не работают без сети, а траты случаются везде.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Мой проект: простой, локальный и защищённый финансовый учёт.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и задачи проекта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749040" cy="3291840"/>
          </a:xfrm>
          <a:prstGeom prst="roundRect">
            <a:avLst>
              <a:gd name="adj" fmla="val 3333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16971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5176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мобильное приложение, которое помогает контролировать доходы и расходы, планировать бюджет и копить на цели — с полной конфиденциальностью данных.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26280" y="1353312"/>
            <a:ext cx="402336" cy="402336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26280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074920" y="12801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Изучить существующие решения и выбрать платформу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26280" y="2020824"/>
            <a:ext cx="402336" cy="402336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26280" y="2020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074920" y="194767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Спроектировать хранение данных в JSON-файлах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26280" y="2688336"/>
            <a:ext cx="402336" cy="402336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26280" y="2688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074920" y="261518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счета, транзакции, цели и бюджеты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26280" y="3355848"/>
            <a:ext cx="402336" cy="402336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26280" y="3355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074920" y="328269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аналитику, отчёты и конвертер валют ЦБ РФ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26280" y="4023360"/>
            <a:ext cx="402336" cy="402336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26280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074920" y="395020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сканирование чеков камерой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кого это приложение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26974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594360" cy="5943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054" y="17547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Новички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74320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Школьники и студенты, которые только учатся распоряжаться деньгами. Простой интерфейс без лишнего.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46120" y="1325880"/>
            <a:ext cx="2606040" cy="26974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1600200"/>
            <a:ext cx="594360" cy="5943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974" y="17547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Копящие на цель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274320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Те, кто откладывает на отпуск, машину или квартиру и хочет видеть прогресс.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35040" y="1325880"/>
            <a:ext cx="2606040" cy="26974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600200"/>
            <a:ext cx="594360" cy="5943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894" y="17547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0936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Аналитики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309360" y="274320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Пользователи, которые хотят разобрать свои привычки и оптимизировать бюджет.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Понятный интерфейс без обучения и широкий набор функций — от первых шагов до детальной аналитики.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ПОДХОДА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вариантов решения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920240"/>
                <a:gridCol w="1645920"/>
                <a:gridCol w="16459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Критерий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Android-приложение (локально)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Веб-приложение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5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Облачный сервис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56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Работает без интернета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Данные только у пользователя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нужен сервер и хостинг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зависит от чужой политики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Доступ к камере для сканирования чеков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 локальное нативное приложение даёт максимум приватности и автономности.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СДЕЛАНО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Технологии и инструменты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5819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+ Android SDK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Нативная разработка в Android Studio, фрагменты и активности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42032" y="128016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24912" y="146304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784" y="15819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24912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+ Gson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2724912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Локальное хранение данных, простое резервное копирование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626864" y="128016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09744" y="146304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16" y="158191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09744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MPAndroidChart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809744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Круговые и линейные диаграммы в аналитике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711696" y="128016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94576" y="146304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158191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94576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ЦБ РФ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894576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Официальные курсы валют — единственная функция с интернетом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7200" y="297180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27355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40080" y="3703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ML Kit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640080" y="3977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Офлайн-распознавание QR-кодов на чеках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2542032" y="297180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2724912" y="315468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3784" y="3273552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2724912" y="3703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Tesseract OCR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2724912" y="3977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Офлайн-распознавание русского текста чека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4626864" y="297180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4809744" y="315468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73552"/>
            <a:ext cx="219456" cy="219456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4809744" y="3703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/ CSV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4809744" y="3977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отчётов и экспорт данных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6711696" y="297180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6894576" y="315468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3448" y="3273552"/>
            <a:ext cx="219456" cy="219456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6894576" y="3703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5.0+</a:t>
            </a:r>
            <a:endParaRPr lang="en-US" sz="1300" dirty="0"/>
          </a:p>
        </p:txBody>
      </p:sp>
      <p:sp>
        <p:nvSpPr>
          <p:cNvPr id="43" name="Text 33"/>
          <p:cNvSpPr txBox="1"/>
          <p:nvPr/>
        </p:nvSpPr>
        <p:spPr>
          <a:xfrm>
            <a:off x="6894576" y="3977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Поддержка практически всех телефонов на Android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УСТРОЙСТВО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приложения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669280" cy="91440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075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 (Activities и Fragments)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· Счета · Транзакции · Цели · Бюджеты · Переводы · Аналитика · Конвертер · Сканер чеков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5669280" cy="91440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4505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Логика (менеджеры)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432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DataManager · BudgetManager · CategoryManager · AnalyticsEngine · BackupManager · CbrRateManager · AuthManager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5669280" cy="914400"/>
          </a:xfrm>
          <a:prstGeom prst="roundRect">
            <a:avLst>
              <a:gd name="adj" fmla="val 1200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5935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Хранение (JSON-файлы на устройстве)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8862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· transactions · categories · goals · budgets · transfers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2148840"/>
            <a:ext cx="274320" cy="228600"/>
          </a:xfrm>
          <a:prstGeom prst="downArrow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3291840"/>
            <a:ext cx="274320" cy="228600"/>
          </a:xfrm>
          <a:prstGeom prst="downArrow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1234440"/>
            <a:ext cx="2240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29400" y="1371600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6385" y="1478585"/>
            <a:ext cx="197510" cy="19751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132320" y="1417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ЦБ РФ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629400" y="1874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Курсы валют (нужен интернет только здесь)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46520" y="2834640"/>
            <a:ext cx="22402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629400" y="297180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385" y="3078785"/>
            <a:ext cx="197510" cy="19751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132320" y="3017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Камера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6629400" y="3474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+ Tesseract — распознавание чека прямо на телефоне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Возможности приложения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517904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444752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563624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1792" y="1993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Счета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26771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Карта, наличные, электронные; любая валюта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21408" y="1280160"/>
            <a:ext cx="1517904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86000" y="1444752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872" y="156362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286000" y="1993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Транзакции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2286000" y="226771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Доходы и расходы по категориям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785616" y="1280160"/>
            <a:ext cx="1517904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950208" y="1444752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56362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950208" y="1993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Переводы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3950208" y="226771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 счетами с учётом комиссии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49824" y="1280160"/>
            <a:ext cx="1517904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614416" y="1444752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1563624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14416" y="1993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Цели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5614416" y="226771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Сумма, срок, приоритет и прогресс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114032" y="1280160"/>
            <a:ext cx="1517904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278624" y="1444752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7496" y="1563624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278624" y="1993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Бюджеты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7278624" y="226771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Лимиты по категориям на неделю или месяц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57200" y="2971800"/>
            <a:ext cx="1517904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1792" y="3136392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3255264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21792" y="3685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Конвертер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621792" y="39593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RUB, USD, EUR, CNY, AED по курсам ЦБ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2121408" y="2971800"/>
            <a:ext cx="1517904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2286000" y="3136392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4872" y="3255264"/>
            <a:ext cx="219456" cy="219456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2286000" y="3685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</a:t>
            </a:r>
            <a:endParaRPr lang="en-US" sz="1250" dirty="0"/>
          </a:p>
        </p:txBody>
      </p:sp>
      <p:sp>
        <p:nvSpPr>
          <p:cNvPr id="38" name="Text 29"/>
          <p:cNvSpPr txBox="1"/>
          <p:nvPr/>
        </p:nvSpPr>
        <p:spPr>
          <a:xfrm>
            <a:off x="2286000" y="39593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по месяцам и категориям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3785616" y="2971800"/>
            <a:ext cx="1517904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3950208" y="3136392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9080" y="3255264"/>
            <a:ext cx="219456" cy="219456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3950208" y="3685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Отчёты</a:t>
            </a:r>
            <a:endParaRPr lang="en-US" sz="1250" dirty="0"/>
          </a:p>
        </p:txBody>
      </p:sp>
      <p:sp>
        <p:nvSpPr>
          <p:cNvPr id="43" name="Text 33"/>
          <p:cNvSpPr txBox="1"/>
          <p:nvPr/>
        </p:nvSpPr>
        <p:spPr>
          <a:xfrm>
            <a:off x="3950208" y="39593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PDF-отчёты и экспорт в CSV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5449824" y="2971800"/>
            <a:ext cx="1517904" cy="1508760"/>
          </a:xfrm>
          <a:prstGeom prst="roundRect">
            <a:avLst>
              <a:gd name="adj" fmla="val 7273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5614416" y="3136392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33288" y="3255264"/>
            <a:ext cx="219456" cy="219456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5614416" y="3685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Сканер чеков</a:t>
            </a:r>
            <a:endParaRPr lang="en-US" sz="1250" dirty="0"/>
          </a:p>
        </p:txBody>
      </p:sp>
      <p:sp>
        <p:nvSpPr>
          <p:cNvPr id="48" name="Text 37"/>
          <p:cNvSpPr txBox="1"/>
          <p:nvPr/>
        </p:nvSpPr>
        <p:spPr>
          <a:xfrm>
            <a:off x="5614416" y="39593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и магазин по фото чека</a:t>
            </a:r>
            <a:endParaRPr lang="en-US" sz="1000" dirty="0"/>
          </a:p>
        </p:txBody>
      </p:sp>
      <p:sp>
        <p:nvSpPr>
          <p:cNvPr id="49" name="Shape 38"/>
          <p:cNvSpPr/>
          <p:nvPr/>
        </p:nvSpPr>
        <p:spPr>
          <a:xfrm>
            <a:off x="7114032" y="2971800"/>
            <a:ext cx="1517904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50" name="Shape 39"/>
          <p:cNvSpPr/>
          <p:nvPr/>
        </p:nvSpPr>
        <p:spPr>
          <a:xfrm>
            <a:off x="7278624" y="3136392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97496" y="3255264"/>
            <a:ext cx="219456" cy="219456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7278624" y="3685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Копии данных</a:t>
            </a:r>
            <a:endParaRPr lang="en-US" sz="1250" dirty="0"/>
          </a:p>
        </p:txBody>
      </p:sp>
      <p:sp>
        <p:nvSpPr>
          <p:cNvPr id="53" name="Text 41"/>
          <p:cNvSpPr txBox="1"/>
          <p:nvPr/>
        </p:nvSpPr>
        <p:spPr>
          <a:xfrm>
            <a:off x="7278624" y="39593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Резервный экспорт и импорт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экран и счета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экран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баланс, доходы и расходы, распределение по типам счетов, последние операции и быстрые кнопки.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Счета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Неограниченное число счетов: название, валюта, тип, начальный баланс и флаг «учитывать в общем балансе».</a:t>
            </a:r>
            <a:endParaRPr lang="en-US" sz="1500" dirty="0"/>
          </a:p>
        </p:txBody>
      </p:sp>
      <p:pic>
        <p:nvPicPr>
          <p:cNvPr id="5" name="Image 0" descr="/tmp/deck/img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1143000"/>
            <a:ext cx="1710868" cy="3566160"/>
          </a:xfrm>
          <a:prstGeom prst="rect">
            <a:avLst/>
          </a:prstGeom>
        </p:spPr>
      </p:pic>
      <p:pic>
        <p:nvPicPr>
          <p:cNvPr id="6" name="Image 1" descr="/tmp/deck/img/add_accou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143000"/>
            <a:ext cx="1710868" cy="3566160"/>
          </a:xfrm>
          <a:prstGeom prst="rect">
            <a:avLst/>
          </a:prstGeom>
        </p:spPr>
      </p:pic>
      <p:pic>
        <p:nvPicPr>
          <p:cNvPr id="7" name="Image 2" descr="/tmp/deck/img/accoun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143000"/>
            <a:ext cx="1710868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Транзакции и финансовые цели</a:t>
            </a:r>
            <a:endParaRPr lang="en-US" sz="2800" dirty="0"/>
          </a:p>
        </p:txBody>
      </p:sp>
      <p:pic>
        <p:nvPicPr>
          <p:cNvPr id="4" name="Image 0" descr="/tmp/deck/img/add_in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97280"/>
            <a:ext cx="1754736" cy="3657600"/>
          </a:xfrm>
          <a:prstGeom prst="rect">
            <a:avLst/>
          </a:prstGeom>
        </p:spPr>
      </p:pic>
      <p:pic>
        <p:nvPicPr>
          <p:cNvPr id="5" name="Image 1" descr="/tmp/deck/img/add_expen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097280"/>
            <a:ext cx="1754736" cy="3657600"/>
          </a:xfrm>
          <a:prstGeom prst="rect">
            <a:avLst/>
          </a:prstGeom>
        </p:spPr>
      </p:pic>
      <p:pic>
        <p:nvPicPr>
          <p:cNvPr id="6" name="Image 2" descr="/tmp/deck/img/goa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097280"/>
            <a:ext cx="1754736" cy="36576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943600" y="128016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ввод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операции, счёт, категория, сумма, способ оплаты и дата — в одном окне.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мотивируют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сумма, срок и приоритет. Прогресс-бар показывает, сколько осталось накопить.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Бюджеты и конвертер валют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Бюджеты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Лимит расходов на категорию за неделю или месяц. Приложение само учитывает траты и показывает превышения.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Конвертер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Официальные курсы ЦБ РФ, ручная правка курсов в редакторе и работа офлайн с последними сохранёнными данными.</a:t>
            </a:r>
            <a:endParaRPr lang="en-US" sz="1500" dirty="0"/>
          </a:p>
        </p:txBody>
      </p:sp>
      <p:pic>
        <p:nvPicPr>
          <p:cNvPr id="5" name="Image 0" descr="/tmp/deck/img/create_bud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1143000"/>
            <a:ext cx="1710868" cy="3566160"/>
          </a:xfrm>
          <a:prstGeom prst="rect">
            <a:avLst/>
          </a:prstGeom>
        </p:spPr>
      </p:pic>
      <p:pic>
        <p:nvPicPr>
          <p:cNvPr id="6" name="Image 1" descr="/tmp/deck/img/conver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143000"/>
            <a:ext cx="1710868" cy="3566160"/>
          </a:xfrm>
          <a:prstGeom prst="rect">
            <a:avLst/>
          </a:prstGeom>
        </p:spPr>
      </p:pic>
      <p:pic>
        <p:nvPicPr>
          <p:cNvPr id="7" name="Image 2" descr="/tmp/deck/img/rat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143000"/>
            <a:ext cx="1710868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Аналитика, отчёты и фильтры</a:t>
            </a:r>
            <a:endParaRPr lang="en-US" sz="2800" dirty="0"/>
          </a:p>
        </p:txBody>
      </p:sp>
      <p:pic>
        <p:nvPicPr>
          <p:cNvPr id="4" name="Image 0" descr="/tmp/deck/img/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97280"/>
            <a:ext cx="1754736" cy="3657600"/>
          </a:xfrm>
          <a:prstGeom prst="rect">
            <a:avLst/>
          </a:prstGeom>
        </p:spPr>
      </p:pic>
      <p:pic>
        <p:nvPicPr>
          <p:cNvPr id="5" name="Image 1" descr="/tmp/deck/img/income_analys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097280"/>
            <a:ext cx="1754736" cy="3657600"/>
          </a:xfrm>
          <a:prstGeom prst="rect">
            <a:avLst/>
          </a:prstGeom>
        </p:spPr>
      </p:pic>
      <p:pic>
        <p:nvPicPr>
          <p:cNvPr id="6" name="Image 2" descr="/tmp/deck/img/repor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097280"/>
            <a:ext cx="1754736" cy="36576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943600" y="132588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1444752"/>
            <a:ext cx="219456" cy="219456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6537960" y="1280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доходов и расходов по месяцам и годам</a:t>
            </a:r>
            <a:endParaRPr lang="en-US" sz="1250" dirty="0"/>
          </a:p>
        </p:txBody>
      </p:sp>
      <p:sp>
        <p:nvSpPr>
          <p:cNvPr id="10" name="Shape 4"/>
          <p:cNvSpPr/>
          <p:nvPr/>
        </p:nvSpPr>
        <p:spPr>
          <a:xfrm>
            <a:off x="5943600" y="210312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472" y="2221992"/>
            <a:ext cx="219456" cy="219456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6537960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по категориям на диаграммах</a:t>
            </a:r>
            <a:endParaRPr lang="en-US" sz="1250" dirty="0"/>
          </a:p>
        </p:txBody>
      </p:sp>
      <p:sp>
        <p:nvSpPr>
          <p:cNvPr id="13" name="Shape 6"/>
          <p:cNvSpPr/>
          <p:nvPr/>
        </p:nvSpPr>
        <p:spPr>
          <a:xfrm>
            <a:off x="5943600" y="288036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472" y="2999232"/>
            <a:ext cx="219456" cy="219456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6537960" y="2834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 операций по типу, категории, дате и счёту</a:t>
            </a:r>
            <a:endParaRPr lang="en-US" sz="1250" dirty="0"/>
          </a:p>
        </p:txBody>
      </p:sp>
      <p:sp>
        <p:nvSpPr>
          <p:cNvPr id="16" name="Shape 8"/>
          <p:cNvSpPr/>
          <p:nvPr/>
        </p:nvSpPr>
        <p:spPr>
          <a:xfrm>
            <a:off x="5943600" y="365760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2472" y="3776472"/>
            <a:ext cx="219456" cy="219456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6537960" y="3611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Месячный, годовой отчёт и PDF, экспорт в CSV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Сканер чеков: от фото до транзакции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828800" cy="237744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" y="18342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Фото чека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74320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 или галерея. Фото автоматически поворачивается правильно.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313432" y="2514600"/>
            <a:ext cx="219456" cy="274320"/>
          </a:xfrm>
          <a:prstGeom prst="rightArrow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60320" y="1463040"/>
            <a:ext cx="1828800" cy="237744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0" y="1691640"/>
            <a:ext cx="548640" cy="54864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846" y="183428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4320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QR-код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743200" y="274320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читает QR фискального чека: точная сумма и дата.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416552" y="2514600"/>
            <a:ext cx="219456" cy="274320"/>
          </a:xfrm>
          <a:prstGeom prst="rightArrow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663440" y="1463040"/>
            <a:ext cx="1828800" cy="237744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46320" y="1691640"/>
            <a:ext cx="548640" cy="54864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966" y="183428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84632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Текст чека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4846320" y="274320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распознаёт русский текст: название магазина и «ИТОГ».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519672" y="2514600"/>
            <a:ext cx="219456" cy="274320"/>
          </a:xfrm>
          <a:prstGeom prst="rightArrow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766560" y="1463040"/>
            <a:ext cx="1828800" cy="237744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949440" y="169164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2086" y="1834286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94944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Транзакция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6949440" y="274320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Сумма, магазин и комментарий подставляются автоматически.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полностью офлайн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фото чека никуда не отправляется, распознавание происходит на самом телефоне.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и хранение данных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463040" cy="16002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серверов — данные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покидают телефон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57400" y="1280160"/>
            <a:ext cx="1463040" cy="16002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05740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21488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JSON-файлов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данными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0" y="1280160"/>
            <a:ext cx="1463040" cy="16002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65760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5.0+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21488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Android 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почти все телефоны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052" y="3254532"/>
            <a:ext cx="184343" cy="184343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60120" y="311810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и вход в приложение защищают данные от посторонних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685032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52" y="3784884"/>
            <a:ext cx="184343" cy="184343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60120" y="36484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тип данных — в своём JSON-файле: легко переносить и восстанавливать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57200" y="4215384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52" y="4315236"/>
            <a:ext cx="184343" cy="184343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60120" y="41788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Экспорт, импорт и история резервных копий прямо в приложении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257800" y="1280160"/>
            <a:ext cx="3429000" cy="3337560"/>
          </a:xfrm>
          <a:prstGeom prst="roundRect">
            <a:avLst>
              <a:gd name="adj" fmla="val 3288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548640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на устройстве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0" y="1874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accounts.json</a:t>
            </a:r>
            <a:endParaRPr lang="en-US" sz="1150" dirty="0"/>
          </a:p>
        </p:txBody>
      </p:sp>
      <p:sp>
        <p:nvSpPr>
          <p:cNvPr id="25" name="Text 20"/>
          <p:cNvSpPr txBox="1"/>
          <p:nvPr/>
        </p:nvSpPr>
        <p:spPr>
          <a:xfrm>
            <a:off x="7360920" y="18745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счета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5486400" y="2313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transactions.json</a:t>
            </a:r>
            <a:endParaRPr lang="en-US" sz="1150" dirty="0"/>
          </a:p>
        </p:txBody>
      </p:sp>
      <p:sp>
        <p:nvSpPr>
          <p:cNvPr id="27" name="Text 22"/>
          <p:cNvSpPr txBox="1"/>
          <p:nvPr/>
        </p:nvSpPr>
        <p:spPr>
          <a:xfrm>
            <a:off x="7360920" y="23134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операции</a:t>
            </a:r>
            <a:endParaRPr lang="en-US" sz="1150" dirty="0"/>
          </a:p>
        </p:txBody>
      </p:sp>
      <p:sp>
        <p:nvSpPr>
          <p:cNvPr id="28" name="Text 23"/>
          <p:cNvSpPr txBox="1"/>
          <p:nvPr/>
        </p:nvSpPr>
        <p:spPr>
          <a:xfrm>
            <a:off x="5486400" y="27523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categories.json</a:t>
            </a:r>
            <a:endParaRPr lang="en-US" sz="1150" dirty="0"/>
          </a:p>
        </p:txBody>
      </p:sp>
      <p:sp>
        <p:nvSpPr>
          <p:cNvPr id="29" name="Text 24"/>
          <p:cNvSpPr txBox="1"/>
          <p:nvPr/>
        </p:nvSpPr>
        <p:spPr>
          <a:xfrm>
            <a:off x="7360920" y="275234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категории</a:t>
            </a:r>
            <a:endParaRPr lang="en-US" sz="1150" dirty="0"/>
          </a:p>
        </p:txBody>
      </p:sp>
      <p:sp>
        <p:nvSpPr>
          <p:cNvPr id="30" name="Text 25"/>
          <p:cNvSpPr txBox="1"/>
          <p:nvPr/>
        </p:nvSpPr>
        <p:spPr>
          <a:xfrm>
            <a:off x="5486400" y="31912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goals.json</a:t>
            </a:r>
            <a:endParaRPr lang="en-US" sz="1150" dirty="0"/>
          </a:p>
        </p:txBody>
      </p:sp>
      <p:sp>
        <p:nvSpPr>
          <p:cNvPr id="31" name="Text 26"/>
          <p:cNvSpPr txBox="1"/>
          <p:nvPr/>
        </p:nvSpPr>
        <p:spPr>
          <a:xfrm>
            <a:off x="7360920" y="319125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</a:t>
            </a:r>
            <a:endParaRPr lang="en-US" sz="1150" dirty="0"/>
          </a:p>
        </p:txBody>
      </p:sp>
      <p:sp>
        <p:nvSpPr>
          <p:cNvPr id="32" name="Text 27"/>
          <p:cNvSpPr txBox="1"/>
          <p:nvPr/>
        </p:nvSpPr>
        <p:spPr>
          <a:xfrm>
            <a:off x="5486400" y="3630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budgets.json</a:t>
            </a:r>
            <a:endParaRPr lang="en-US" sz="1150" dirty="0"/>
          </a:p>
        </p:txBody>
      </p:sp>
      <p:sp>
        <p:nvSpPr>
          <p:cNvPr id="33" name="Text 28"/>
          <p:cNvSpPr txBox="1"/>
          <p:nvPr/>
        </p:nvSpPr>
        <p:spPr>
          <a:xfrm>
            <a:off x="7360920" y="3630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бюджеты</a:t>
            </a:r>
            <a:endParaRPr lang="en-US" sz="1150" dirty="0"/>
          </a:p>
        </p:txBody>
      </p:sp>
      <p:sp>
        <p:nvSpPr>
          <p:cNvPr id="34" name="Text 29"/>
          <p:cNvSpPr txBox="1"/>
          <p:nvPr/>
        </p:nvSpPr>
        <p:spPr>
          <a:xfrm>
            <a:off x="5486400" y="4069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transfers.json</a:t>
            </a:r>
            <a:endParaRPr lang="en-US" sz="1150" dirty="0"/>
          </a:p>
        </p:txBody>
      </p:sp>
      <p:sp>
        <p:nvSpPr>
          <p:cNvPr id="35" name="Text 30"/>
          <p:cNvSpPr txBox="1"/>
          <p:nvPr/>
        </p:nvSpPr>
        <p:spPr>
          <a:xfrm>
            <a:off x="7360920" y="4069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переводы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ДАЛЬШЕ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Планы развития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Ближайшее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6596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баланса и анализ привычек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валюты в каждой транзакции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Напоминания о платежах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Цветовые темы оформления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1463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463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Среднесрочно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96596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Голосовой ввод операций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Достижения и игрофикация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инвестиций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Калькулятор кредитов и вкладов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463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463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Долгосрочно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96596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Автокатегоризация трат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Советы по экономии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Алисой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языков интерфейса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21818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34256"/>
            <a:ext cx="246888" cy="24688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051560" y="4206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Уже сделано из плана: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распознавание чеков камерой, резервное копирование, экспорт в CSV.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62456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444752"/>
            <a:ext cx="164592" cy="1645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Создано нативное Android-приложение для учёта личных финансов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929384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011680"/>
            <a:ext cx="164592" cy="16459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189280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хранятся только на устройстве — полная конфиденциальность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2496312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2578608"/>
            <a:ext cx="164592" cy="16459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51560" y="245973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Счета, цели, бюджеты, аналитика, отчёты и конвертер ЦБ РФ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48640" y="3063240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3145536"/>
            <a:ext cx="164592" cy="16459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51560" y="302666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Сканер чеков работает офлайн и сам заполняет транзакцию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548640" y="363016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" y="3712464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51560" y="35935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Поддержка Android 5.0 и новее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548640" y="4343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внимание!</a:t>
            </a:r>
            <a:endParaRPr lang="en-US" sz="2000" dirty="0"/>
          </a:p>
        </p:txBody>
      </p:sp>
      <p:pic>
        <p:nvPicPr>
          <p:cNvPr id="19" name="Image 5" descr="/tmp/deck/img/menu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9320" y="411480"/>
            <a:ext cx="2061815" cy="4297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Финансовый трекер</dc:title>
  <dc:subject>PptxGenJS Presentation</dc:subject>
  <dc:creator>Гребенщиков Михаил Антонович</dc:creator>
  <cp:lastModifiedBy>Гребенщиков Михаил Антонович</cp:lastModifiedBy>
  <cp:revision>1</cp:revision>
  <dcterms:created xsi:type="dcterms:W3CDTF">2026-09-29T08:21:33Z</dcterms:created>
  <dcterms:modified xsi:type="dcterms:W3CDTF">2026-09-29T08:21:33Z</dcterms:modified>
</cp:coreProperties>
</file>